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3490B2-1E45-4610-9623-8DEE7D02CE53}" v="12" dt="2025-07-15T16:19:47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rushikesh Gudugunti" userId="57b5ca6df9311485" providerId="LiveId" clId="{E13490B2-1E45-4610-9623-8DEE7D02CE53}"/>
    <pc:docChg chg="undo custSel addSld modSld">
      <pc:chgData name="Hrushikesh Gudugunti" userId="57b5ca6df9311485" providerId="LiveId" clId="{E13490B2-1E45-4610-9623-8DEE7D02CE53}" dt="2025-07-15T16:21:10.308" v="80" actId="1076"/>
      <pc:docMkLst>
        <pc:docMk/>
      </pc:docMkLst>
      <pc:sldChg chg="addSp delSp modSp new mod">
        <pc:chgData name="Hrushikesh Gudugunti" userId="57b5ca6df9311485" providerId="LiveId" clId="{E13490B2-1E45-4610-9623-8DEE7D02CE53}" dt="2025-07-07T18:38:28.034" v="10" actId="1076"/>
        <pc:sldMkLst>
          <pc:docMk/>
          <pc:sldMk cId="1826419838" sldId="270"/>
        </pc:sldMkLst>
        <pc:spChg chg="add mod">
          <ac:chgData name="Hrushikesh Gudugunti" userId="57b5ca6df9311485" providerId="LiveId" clId="{E13490B2-1E45-4610-9623-8DEE7D02CE53}" dt="2025-07-07T18:37:45.610" v="5" actId="20577"/>
          <ac:spMkLst>
            <pc:docMk/>
            <pc:sldMk cId="1826419838" sldId="270"/>
            <ac:spMk id="2" creationId="{837E843F-1167-322E-B727-8F2FD5D2081F}"/>
          </ac:spMkLst>
        </pc:spChg>
        <pc:picChg chg="add mod">
          <ac:chgData name="Hrushikesh Gudugunti" userId="57b5ca6df9311485" providerId="LiveId" clId="{E13490B2-1E45-4610-9623-8DEE7D02CE53}" dt="2025-07-07T18:38:28.034" v="10" actId="1076"/>
          <ac:picMkLst>
            <pc:docMk/>
            <pc:sldMk cId="1826419838" sldId="270"/>
            <ac:picMk id="5" creationId="{8E4AC3C9-FD09-D3B8-D291-B538D1AC1EF8}"/>
          </ac:picMkLst>
        </pc:picChg>
      </pc:sldChg>
      <pc:sldChg chg="addSp delSp modSp new mod">
        <pc:chgData name="Hrushikesh Gudugunti" userId="57b5ca6df9311485" providerId="LiveId" clId="{E13490B2-1E45-4610-9623-8DEE7D02CE53}" dt="2025-07-09T12:33:35.859" v="26" actId="20577"/>
        <pc:sldMkLst>
          <pc:docMk/>
          <pc:sldMk cId="3255014439" sldId="271"/>
        </pc:sldMkLst>
        <pc:spChg chg="add mod">
          <ac:chgData name="Hrushikesh Gudugunti" userId="57b5ca6df9311485" providerId="LiveId" clId="{E13490B2-1E45-4610-9623-8DEE7D02CE53}" dt="2025-07-09T12:33:35.859" v="26" actId="20577"/>
          <ac:spMkLst>
            <pc:docMk/>
            <pc:sldMk cId="3255014439" sldId="271"/>
            <ac:spMk id="2" creationId="{87ED0D9E-80FA-430F-2CEC-1CF6216F00B7}"/>
          </ac:spMkLst>
        </pc:spChg>
        <pc:picChg chg="add mod">
          <ac:chgData name="Hrushikesh Gudugunti" userId="57b5ca6df9311485" providerId="LiveId" clId="{E13490B2-1E45-4610-9623-8DEE7D02CE53}" dt="2025-07-08T17:41:39.784" v="19" actId="1076"/>
          <ac:picMkLst>
            <pc:docMk/>
            <pc:sldMk cId="3255014439" sldId="271"/>
            <ac:picMk id="5" creationId="{85BC20BD-389E-3C0E-6E90-A77CBC2444CF}"/>
          </ac:picMkLst>
        </pc:picChg>
      </pc:sldChg>
      <pc:sldChg chg="addSp delSp modSp new mod">
        <pc:chgData name="Hrushikesh Gudugunti" userId="57b5ca6df9311485" providerId="LiveId" clId="{E13490B2-1E45-4610-9623-8DEE7D02CE53}" dt="2025-07-09T12:34:17.394" v="36" actId="14100"/>
        <pc:sldMkLst>
          <pc:docMk/>
          <pc:sldMk cId="1759217790" sldId="272"/>
        </pc:sldMkLst>
        <pc:spChg chg="add mod">
          <ac:chgData name="Hrushikesh Gudugunti" userId="57b5ca6df9311485" providerId="LiveId" clId="{E13490B2-1E45-4610-9623-8DEE7D02CE53}" dt="2025-07-09T12:33:46.727" v="30" actId="20577"/>
          <ac:spMkLst>
            <pc:docMk/>
            <pc:sldMk cId="1759217790" sldId="272"/>
            <ac:spMk id="2" creationId="{5B808F8F-08CF-9A17-2FDA-92DA6D122291}"/>
          </ac:spMkLst>
        </pc:spChg>
        <pc:picChg chg="add mod">
          <ac:chgData name="Hrushikesh Gudugunti" userId="57b5ca6df9311485" providerId="LiveId" clId="{E13490B2-1E45-4610-9623-8DEE7D02CE53}" dt="2025-07-09T12:34:17.394" v="36" actId="14100"/>
          <ac:picMkLst>
            <pc:docMk/>
            <pc:sldMk cId="1759217790" sldId="272"/>
            <ac:picMk id="7" creationId="{58694450-55DD-E91C-A39A-655F615FBA2B}"/>
          </ac:picMkLst>
        </pc:picChg>
      </pc:sldChg>
      <pc:sldChg chg="addSp delSp modSp new mod">
        <pc:chgData name="Hrushikesh Gudugunti" userId="57b5ca6df9311485" providerId="LiveId" clId="{E13490B2-1E45-4610-9623-8DEE7D02CE53}" dt="2025-07-14T18:06:45.678" v="50" actId="1076"/>
        <pc:sldMkLst>
          <pc:docMk/>
          <pc:sldMk cId="3307965103" sldId="273"/>
        </pc:sldMkLst>
        <pc:spChg chg="add mod">
          <ac:chgData name="Hrushikesh Gudugunti" userId="57b5ca6df9311485" providerId="LiveId" clId="{E13490B2-1E45-4610-9623-8DEE7D02CE53}" dt="2025-07-14T18:05:55.188" v="41" actId="20577"/>
          <ac:spMkLst>
            <pc:docMk/>
            <pc:sldMk cId="3307965103" sldId="273"/>
            <ac:spMk id="2" creationId="{2CC38F37-5ACF-74A4-A482-CB6945D11385}"/>
          </ac:spMkLst>
        </pc:spChg>
        <pc:picChg chg="add del mod">
          <ac:chgData name="Hrushikesh Gudugunti" userId="57b5ca6df9311485" providerId="LiveId" clId="{E13490B2-1E45-4610-9623-8DEE7D02CE53}" dt="2025-07-14T18:05:46.901" v="39" actId="478"/>
          <ac:picMkLst>
            <pc:docMk/>
            <pc:sldMk cId="3307965103" sldId="273"/>
            <ac:picMk id="3" creationId="{F3BC57CE-5EAD-9C9D-CABA-1C7277EAF111}"/>
          </ac:picMkLst>
        </pc:picChg>
        <pc:picChg chg="add del mod">
          <ac:chgData name="Hrushikesh Gudugunti" userId="57b5ca6df9311485" providerId="LiveId" clId="{E13490B2-1E45-4610-9623-8DEE7D02CE53}" dt="2025-07-14T18:06:01.680" v="45" actId="478"/>
          <ac:picMkLst>
            <pc:docMk/>
            <pc:sldMk cId="3307965103" sldId="273"/>
            <ac:picMk id="5" creationId="{DA36998E-7F38-7AD3-6238-482D6EBCA1A1}"/>
          </ac:picMkLst>
        </pc:picChg>
        <pc:picChg chg="add mod">
          <ac:chgData name="Hrushikesh Gudugunti" userId="57b5ca6df9311485" providerId="LiveId" clId="{E13490B2-1E45-4610-9623-8DEE7D02CE53}" dt="2025-07-14T18:06:45.678" v="50" actId="1076"/>
          <ac:picMkLst>
            <pc:docMk/>
            <pc:sldMk cId="3307965103" sldId="273"/>
            <ac:picMk id="7" creationId="{2004C53A-13E2-EBEA-4EFC-B162CF925A7B}"/>
          </ac:picMkLst>
        </pc:picChg>
      </pc:sldChg>
      <pc:sldChg chg="addSp delSp modSp new mod">
        <pc:chgData name="Hrushikesh Gudugunti" userId="57b5ca6df9311485" providerId="LiveId" clId="{E13490B2-1E45-4610-9623-8DEE7D02CE53}" dt="2025-07-15T16:21:10.308" v="80" actId="1076"/>
        <pc:sldMkLst>
          <pc:docMk/>
          <pc:sldMk cId="2852300880" sldId="274"/>
        </pc:sldMkLst>
        <pc:spChg chg="add mod">
          <ac:chgData name="Hrushikesh Gudugunti" userId="57b5ca6df9311485" providerId="LiveId" clId="{E13490B2-1E45-4610-9623-8DEE7D02CE53}" dt="2025-07-15T16:21:10.308" v="80" actId="1076"/>
          <ac:spMkLst>
            <pc:docMk/>
            <pc:sldMk cId="2852300880" sldId="274"/>
            <ac:spMk id="5" creationId="{AA59E77D-F697-2C9D-3EB9-0F4A210F4C29}"/>
          </ac:spMkLst>
        </pc:spChg>
        <pc:spChg chg="add del">
          <ac:chgData name="Hrushikesh Gudugunti" userId="57b5ca6df9311485" providerId="LiveId" clId="{E13490B2-1E45-4610-9623-8DEE7D02CE53}" dt="2025-07-15T16:20:25.620" v="72" actId="478"/>
          <ac:spMkLst>
            <pc:docMk/>
            <pc:sldMk cId="2852300880" sldId="274"/>
            <ac:spMk id="7" creationId="{6745D688-F20F-8E31-AB57-0747CEE9E35E}"/>
          </ac:spMkLst>
        </pc:spChg>
        <pc:picChg chg="add mod">
          <ac:chgData name="Hrushikesh Gudugunti" userId="57b5ca6df9311485" providerId="LiveId" clId="{E13490B2-1E45-4610-9623-8DEE7D02CE53}" dt="2025-07-15T16:20:57.589" v="79" actId="1076"/>
          <ac:picMkLst>
            <pc:docMk/>
            <pc:sldMk cId="2852300880" sldId="274"/>
            <ac:picMk id="3" creationId="{A06DAEA0-6869-0AFC-DD4C-D85533FA975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3BE5-5082-6BA1-B3C3-A27C248BE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B357F-9B8E-9523-FAC6-B30C783A5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A83BB-3F0D-4464-4C06-36335001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635E-80FD-4E6C-927E-D5DBF6CE9F47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DDC99-1300-CF1B-AEED-29AE5D08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788E2-1CC5-6B42-7F4F-5650E9A6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A656-ACD9-42EB-9E97-AB35D7B5F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97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1D343-447A-170D-E875-738516F9D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3DE92-246C-3348-BEA7-FD5DED803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E968D-8EB4-7FF2-E171-96B0FA85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635E-80FD-4E6C-927E-D5DBF6CE9F47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3DE1C-0912-6FC9-6F65-6A00A5121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B549B-58B5-A943-325E-185FDA7C8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A656-ACD9-42EB-9E97-AB35D7B5F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533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B4C06-004D-DD3D-EC56-9B31DE52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30659-7F87-FF4E-2A9C-BDE6F85F4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5D40C-1172-EA1F-F186-19D6EF56B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635E-80FD-4E6C-927E-D5DBF6CE9F47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D1272-0382-1EAF-FA34-4DD28B83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1563-33BB-6249-1BAF-867FB758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A656-ACD9-42EB-9E97-AB35D7B5F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33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BA00-D18D-3A1D-370F-5E841E83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5F1A5-EB99-2670-C45D-9F8EAEBBC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DF4AE-F3D4-612C-3877-6C7EDD55F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88CAE-392B-2EE1-1C9F-947304CE9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635E-80FD-4E6C-927E-D5DBF6CE9F47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B1852-760B-487F-FBE1-39CA7A369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59A4D-B836-A43B-8D82-06238BE0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A656-ACD9-42EB-9E97-AB35D7B5F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5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74932-AFC5-09C2-D0A5-BAB1B9572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8C9A8-B2F1-8388-D025-3433F9474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B440C-B4A4-6F33-0DA3-2D6D0048F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2EEF19-B6AB-5628-B948-AE98D4EF21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BF0FA-42F0-F3FF-106E-6BAB304E7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36AC10-ECF4-CDDE-7E97-42A3FBBB3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635E-80FD-4E6C-927E-D5DBF6CE9F47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FDC548-BB0D-13A6-AE00-3F61474C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6581F0-E2CE-3FF8-7FC3-98F31393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A656-ACD9-42EB-9E97-AB35D7B5F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01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D542-E3D0-9FA8-9102-A2B362A0A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20BB5A-31B4-5CC4-81FE-B31A56C25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635E-80FD-4E6C-927E-D5DBF6CE9F47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E167A-0D6B-4EDC-5AB5-E8798120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1C304-1356-7519-E9D2-FDBAB2749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A656-ACD9-42EB-9E97-AB35D7B5F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2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672FB7-D642-E24B-5C13-FC6435C78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635E-80FD-4E6C-927E-D5DBF6CE9F47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9E479-0955-85EB-1C23-7D7E55DF1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936AD-4D40-EA34-4CE4-B47756787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A656-ACD9-42EB-9E97-AB35D7B5F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74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F7E6-5761-86F4-F4CF-3DEC0507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FA34E-B04A-8E47-E9AA-7C7C9847E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4E59A-365D-5EF1-979F-95912EC7C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A8990-F521-7720-009B-116A7B40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635E-80FD-4E6C-927E-D5DBF6CE9F47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8E59A-C9F9-2119-36FA-8446EC04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7BC7E-82FB-B338-A2E4-7A6BBC2E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A656-ACD9-42EB-9E97-AB35D7B5F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078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CDAF5-3DDE-5D04-A9F6-E03EAF81A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57F7CF-87A6-366A-B8AD-3D2FBD5F8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C496A-4BE0-90BD-2660-F49475490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51B79-19B2-A28B-A172-38B1A8252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635E-80FD-4E6C-927E-D5DBF6CE9F47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7348D-3D17-B531-85D6-8095201C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84F7E-6862-C240-0FB5-53AE6253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A656-ACD9-42EB-9E97-AB35D7B5F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845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D1D56-1276-3D53-33F4-EF28C2155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B8CD3-5B41-6267-6372-7D0830C79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5A8F2-92DE-CF08-4945-1FE9D300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635E-80FD-4E6C-927E-D5DBF6CE9F47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69FCC-86C6-989E-8018-7B800024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764D-B3B9-8215-7E94-3D186EDAB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A656-ACD9-42EB-9E97-AB35D7B5F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1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FAA30-FAFC-CB40-599A-E19CC762C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64650-C55E-D31B-C351-6D8F24C48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2F524-1B27-0D45-003C-01C7F104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635E-80FD-4E6C-927E-D5DBF6CE9F47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A21E5-F8B2-639F-CA48-B4D84139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2699-F7FA-5FC1-E902-4746B56D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A656-ACD9-42EB-9E97-AB35D7B5F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8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38EF81-4DD3-23CB-D3AF-E732AE18D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E6DA1-A789-45E4-44F1-DBED105B0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06EB8-6641-DEF3-18E1-C18783890B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C635E-80FD-4E6C-927E-D5DBF6CE9F47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25D09-FF2D-C504-77CC-C38F9F206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1E3C9-FF43-69E7-497C-06B81D5A8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0A656-ACD9-42EB-9E97-AB35D7B5F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33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6D21-1EB3-CB9F-336F-1EBB61EF33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000" dirty="0"/>
              <a:t>Main.py Output</a:t>
            </a:r>
            <a:br>
              <a:rPr lang="en-IN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5E3397-D42A-310C-D837-1B3ACBA3E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08" y="2843120"/>
            <a:ext cx="2743583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982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34FF03-4ABE-7BCE-E8AA-4241268C6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577" y="2204866"/>
            <a:ext cx="2476846" cy="24482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C9FC06-301E-BC5A-BE33-27AC3C50D15B}"/>
              </a:ext>
            </a:extLst>
          </p:cNvPr>
          <p:cNvSpPr txBox="1"/>
          <p:nvPr/>
        </p:nvSpPr>
        <p:spPr>
          <a:xfrm>
            <a:off x="4149213" y="1396180"/>
            <a:ext cx="41295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Main2.py Output</a:t>
            </a:r>
          </a:p>
        </p:txBody>
      </p:sp>
    </p:spTree>
    <p:extLst>
      <p:ext uri="{BB962C8B-B14F-4D97-AF65-F5344CB8AC3E}">
        <p14:creationId xmlns:p14="http://schemas.microsoft.com/office/powerpoint/2010/main" val="159185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EF904F-7A31-771D-CABB-EDD2D82A1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418" y="2504946"/>
            <a:ext cx="3315163" cy="18481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1160BB-A77E-E50F-9A54-526CAD5A7209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Main3.py Output</a:t>
            </a:r>
          </a:p>
        </p:txBody>
      </p:sp>
    </p:spTree>
    <p:extLst>
      <p:ext uri="{BB962C8B-B14F-4D97-AF65-F5344CB8AC3E}">
        <p14:creationId xmlns:p14="http://schemas.microsoft.com/office/powerpoint/2010/main" val="333391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0E81CE-C20D-AAF6-299D-4029E95E4781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Main4.py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57EB7E-5A15-B805-CE86-810F04DDA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944" y="2271551"/>
            <a:ext cx="3658111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8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636104-0037-4E19-E7B1-730A3C82A37E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Main5.py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EA21C5-6E86-908A-944F-60208C31D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444" y="2257261"/>
            <a:ext cx="4563112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25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19A76A-7303-6B8E-82C4-B2028AB604E0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Main6.py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2C437-8EFE-DE20-FF5A-3658544A3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210" y="2377127"/>
            <a:ext cx="5687219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01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ECDD5D-CB9F-DF1A-D57C-62B7E9C51D10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Main7.py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85BA3-1C66-58D1-A8D8-48EC84FD6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045" y="2377127"/>
            <a:ext cx="4077269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49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C509F-8F17-094E-D855-92AFE4E354AE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Main8.py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8EF5BE-7501-F642-A5A6-27A397392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555" y="2377127"/>
            <a:ext cx="4153480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24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5F243C-FB26-A239-C3F2-A17291A1AD62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Main9.py 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0F4E47-44BF-3673-3691-9BDA970FC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602" y="2377127"/>
            <a:ext cx="4810796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08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64A32D-C83F-BE6F-A5EF-F1E1EF825EA8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Main10.py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43DD0-9C28-49F3-5B21-8D45BF5CC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329" y="2377127"/>
            <a:ext cx="5115639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070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96F376-87AD-1009-4EDB-9D1D11F491AC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Main11.py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E39A5-B639-43B9-13AC-7FF682132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907" y="2287284"/>
            <a:ext cx="5782482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736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75C9A9-55E8-A3DC-CA49-49DCF74A757D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Main12.py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89EAB-CF3F-5D17-26EA-A592442ED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670" y="2461380"/>
            <a:ext cx="5706271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92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C8CA16-0CD1-878D-ED6A-BE950CD8ED07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Main13.py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FAAA3-005C-33AB-190F-CA3E4B771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345" y="2668775"/>
            <a:ext cx="5163271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21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F63659-8D5B-F4D4-3258-3E930FEAD741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Main14.py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C2CE3-21AC-3081-0C21-CC099F520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513" y="2511459"/>
            <a:ext cx="5163271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40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7E843F-1167-322E-B727-8F2FD5D2081F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Main15.py Output</a:t>
            </a: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E4AC3C9-FD09-D3B8-D291-B538D1AC1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180" y="2377127"/>
            <a:ext cx="6201640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19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ED0D9E-80FA-430F-2CEC-1CF6216F00B7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Gui16.py Output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BC20BD-389E-3C0E-6E90-A77CBC244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231" y="2377127"/>
            <a:ext cx="7478169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014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808F8F-08CF-9A17-2FDA-92DA6D122291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Gui17.py Output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694450-55DD-E91C-A39A-655F615FB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03" y="2377126"/>
            <a:ext cx="9983593" cy="415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17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C38F37-5ACF-74A4-A482-CB6945D11385}"/>
              </a:ext>
            </a:extLst>
          </p:cNvPr>
          <p:cNvSpPr txBox="1"/>
          <p:nvPr/>
        </p:nvSpPr>
        <p:spPr>
          <a:xfrm>
            <a:off x="4070555" y="16692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Gui18.py Output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04C53A-13E2-EBEA-4EFC-B162CF925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10" y="2349732"/>
            <a:ext cx="11270075" cy="426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65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6DAEA0-6869-0AFC-DD4C-D85533FA9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32" y="3163529"/>
            <a:ext cx="9881420" cy="3429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59E77D-F697-2C9D-3EB9-0F4A210F4C29}"/>
              </a:ext>
            </a:extLst>
          </p:cNvPr>
          <p:cNvSpPr txBox="1"/>
          <p:nvPr/>
        </p:nvSpPr>
        <p:spPr>
          <a:xfrm>
            <a:off x="4070554" y="238896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Web19.py Output</a:t>
            </a:r>
          </a:p>
        </p:txBody>
      </p:sp>
    </p:spTree>
    <p:extLst>
      <p:ext uri="{BB962C8B-B14F-4D97-AF65-F5344CB8AC3E}">
        <p14:creationId xmlns:p14="http://schemas.microsoft.com/office/powerpoint/2010/main" val="285230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77</Words>
  <Application>Microsoft Office PowerPoint</Application>
  <PresentationFormat>Widescreen</PresentationFormat>
  <Paragraphs>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Main.py Output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Hrushikesh Gudugunti</dc:creator>
  <cp:lastModifiedBy>Hrushikesh Gudugunti</cp:lastModifiedBy>
  <cp:revision>1</cp:revision>
  <dcterms:created xsi:type="dcterms:W3CDTF">2025-07-04T13:18:50Z</dcterms:created>
  <dcterms:modified xsi:type="dcterms:W3CDTF">2025-07-15T16:21:12Z</dcterms:modified>
</cp:coreProperties>
</file>